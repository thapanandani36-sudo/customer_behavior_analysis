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17"/>
    </p:embeddedFont>
    <p:embeddedFont>
      <p:font typeface="Inter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Uncovering spending patterns, customer segments, and product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294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20292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603697" y="22652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0553" y="1620292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5768206" y="226523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841054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1603697" y="348600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Ratings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0553" y="2841054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$59.76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5768206" y="348600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Avg. Purchase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86692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 span demographics, purchase details, and shopping behavior — including age, gender, subscription status, and discount usage.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60413"/>
            <a:ext cx="508054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 in Python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8250" y="1820391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5816" y="181600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Clean &amp; Standardize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385816" y="2122512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Imputed missing ratings; renamed columns to snake_case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78250" y="2637234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85816" y="263284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385816" y="2939355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age_group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purchase_frequency_days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columns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8250" y="3454078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85816" y="3449687"/>
            <a:ext cx="1806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Integration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385816" y="3756199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Loaded cleaned data into PostgreSQL for SQL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than female customers — a significant gap to explore in targeting strategy.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680246"/>
            <a:ext cx="3902943" cy="602382"/>
          </a:xfrm>
          <a:prstGeom prst="roundRect">
            <a:avLst>
              <a:gd name="adj" fmla="val 9884"/>
            </a:avLst>
          </a:prstGeom>
          <a:solidFill>
            <a:srgbClr val="C7C9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895302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857426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Male: $157,890 · Female: $75,191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622146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Subscribers vs. Non-Subscribers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Breakdown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 drive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total revenue despite similar average spend.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421508"/>
            <a:ext cx="3902943" cy="503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Non-subscribers: 2,847 customers, $170,436 revenue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Subscribers: 1,053 customers, $62,645 revenue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3084165"/>
            <a:ext cx="3902943" cy="602382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299222"/>
            <a:ext cx="177180" cy="1417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6816" y="3261345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spend nearly identical: $59.49 vs $59.87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701" y="1494830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33264"/>
            <a:ext cx="466784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Segmentation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888852"/>
            <a:ext cx="2290465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640" y="20353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42640" y="2341885"/>
            <a:ext cx="1997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3,116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 — the dominant segment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888852"/>
            <a:ext cx="2290539" cy="105318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4863" y="203537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4863" y="2341885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 — growth opportunity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083793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640" y="32303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New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640" y="3536826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 — smallest segment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6824"/>
            <a:ext cx="505524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Products &amp; Categories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64171"/>
            <a:ext cx="24524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5 by Review Rating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845097"/>
            <a:ext cx="3902943" cy="2472035"/>
          </a:xfrm>
          <a:prstGeom prst="roundRect">
            <a:avLst>
              <a:gd name="adj" fmla="val 24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714" y="1939677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91767" y="1939677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2714" y="2350889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91767" y="2350889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2714" y="2762101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91767" y="2762101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714" y="3173313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91767" y="3173313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14" y="3584525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91767" y="3584525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14" y="399573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91767" y="3995738"/>
            <a:ext cx="2117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49701" y="1464171"/>
            <a:ext cx="278144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Products per Category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49701" y="1827386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Accessories: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Jewelry, Sunglasses, Belt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Blouse, Pants, Shirt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Footwear: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Sandals, Shoes, Sneakers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Outerwear: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Jacket, Coat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439623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 Distribution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is relatively balanced across age groups, with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leading slightly.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3902943" cy="602382"/>
          </a:xfrm>
          <a:prstGeom prst="roundRect">
            <a:avLst>
              <a:gd name="adj" fmla="val 9884"/>
            </a:avLst>
          </a:prstGeom>
          <a:solidFill>
            <a:srgbClr val="C7C9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66848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630612"/>
            <a:ext cx="375768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Young Adults: $62,143 · Seniors: $55,763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8741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BI Dashboard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5119" y="1743001"/>
            <a:ext cx="283518" cy="28351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5816" y="17916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Filters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385816" y="2098179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Subscription, Gender, Category, Shipping Type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608511"/>
            <a:ext cx="283518" cy="28351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85816" y="265717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Visuals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385816" y="2963689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by Category &amp; Age Group, Sales charts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3474021"/>
            <a:ext cx="283518" cy="2835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85816" y="352268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Subscription Split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385816" y="3829199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27% subscribers vs 73% non-subscribers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2454"/>
            <a:ext cx="535438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069" y="1668959"/>
            <a:ext cx="2641774" cy="10817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077" y="18297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14077" y="2136279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1551" y="1668959"/>
            <a:ext cx="2641774" cy="10817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78560" y="18297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78560" y="2136279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 repeat buyers to grow the "Loyal" segment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06033" y="1668959"/>
            <a:ext cx="2641774" cy="108175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3042" y="1829767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43042" y="2136279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sales boosts with margin control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7069" y="2892475"/>
            <a:ext cx="2641774" cy="13085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4077" y="30532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14077" y="3359795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 top-rated, best-selling products in campaigns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41551" y="2892475"/>
            <a:ext cx="2641774" cy="130857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78560" y="30532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478560" y="3359795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high-revenue age groups and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2026-05-30T12:51:07Z</dcterms:created>
  <dcterms:modified xsi:type="dcterms:W3CDTF">2026-05-30T12:51:07Z</dcterms:modified>
</cp:coreProperties>
</file>